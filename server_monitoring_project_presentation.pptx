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veengadwala06/neo" TargetMode="External"/><Relationship Id="rId2" Type="http://schemas.openxmlformats.org/officeDocument/2006/relationships/hyperlink" Target="https://mrcetacin-my.sharepoint.com/:u:/g/personal/22n31a6747_mrcet_ac_in/IQBsnA02ZSUUTJAchTq0onzgASn2TGHjR6QhCAmCJsVz7O8?e=Je0M1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470"/>
            <a:ext cx="8229600" cy="1143000"/>
          </a:xfrm>
        </p:spPr>
        <p:txBody>
          <a:bodyPr>
            <a:normAutofit fontScale="90000"/>
          </a:bodyPr>
          <a:lstStyle/>
          <a:p>
            <a:r>
              <a:t>Cloud Server Monitoring &amp;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2" y="2839065"/>
            <a:ext cx="5899354" cy="2381865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Name: G. Praveen</a:t>
            </a:r>
          </a:p>
          <a:p>
            <a:pPr marL="0" indent="0">
              <a:buNone/>
            </a:pPr>
            <a:r>
              <a:rPr dirty="0" err="1"/>
              <a:t>B.Tech</a:t>
            </a:r>
            <a:r>
              <a:rPr dirty="0"/>
              <a:t> CSE (Data Science)</a:t>
            </a:r>
          </a:p>
          <a:p>
            <a:pPr marL="0" indent="0">
              <a:buNone/>
            </a:pPr>
            <a:r>
              <a:rPr dirty="0"/>
              <a:t>Project Submission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need real‑time monitoring of server performance.</a:t>
            </a:r>
          </a:p>
          <a:p>
            <a:r>
              <a:t>Manual monitoring is difficult and inefficient.</a:t>
            </a:r>
          </a:p>
          <a:p>
            <a:r>
              <a:t>This project provides automated monitoring and analytics of server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Monitor CPU, Memory, Disk and Network usage</a:t>
            </a:r>
          </a:p>
          <a:p>
            <a:pPr marL="0" indent="0">
              <a:buNone/>
            </a:pPr>
            <a:r>
              <a:rPr dirty="0"/>
              <a:t>• Detect critical server conditions</a:t>
            </a:r>
          </a:p>
          <a:p>
            <a:pPr marL="0" indent="0">
              <a:buNone/>
            </a:pPr>
            <a:r>
              <a:rPr dirty="0"/>
              <a:t>• Provide interactive analytics dashboard</a:t>
            </a:r>
          </a:p>
          <a:p>
            <a:pPr marL="0" indent="0">
              <a:buNone/>
            </a:pPr>
            <a:r>
              <a:rPr dirty="0"/>
              <a:t>• Enable quick decision making for system administrators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– Data processing pipeline</a:t>
            </a:r>
          </a:p>
          <a:p>
            <a:pPr marL="0" indent="0">
              <a:buNone/>
            </a:pPr>
            <a:r>
              <a:rPr dirty="0"/>
              <a:t>• Azure SQL Database – Cloud data storage</a:t>
            </a:r>
          </a:p>
          <a:p>
            <a:pPr marL="0" indent="0">
              <a:buNone/>
            </a:pPr>
            <a:r>
              <a:rPr dirty="0"/>
              <a:t>• Power BI – Interactive dashboard visualization</a:t>
            </a:r>
          </a:p>
          <a:p>
            <a:pPr marL="0" indent="0">
              <a:buNone/>
            </a:pPr>
            <a:r>
              <a:rPr dirty="0"/>
              <a:t>• GitHub – Source code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Server Metrics Dataset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Python Data Processing Pipeline</a:t>
            </a:r>
          </a:p>
          <a:p>
            <a:pPr marL="0" indent="0">
              <a:buNone/>
            </a:pPr>
            <a:r>
              <a:rPr lang="en-US" dirty="0"/>
              <a:t>  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Azure SQL Database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Power BI Dashboard for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System Overview Page</a:t>
            </a:r>
          </a:p>
          <a:p>
            <a:pPr marL="0" indent="0">
              <a:buNone/>
            </a:pPr>
            <a:r>
              <a:rPr dirty="0"/>
              <a:t>• Performance Monitoring Page</a:t>
            </a:r>
          </a:p>
          <a:p>
            <a:pPr marL="0" indent="0">
              <a:buNone/>
            </a:pPr>
            <a:r>
              <a:rPr dirty="0"/>
              <a:t>• Alerts &amp; Server Health Page</a:t>
            </a:r>
          </a:p>
          <a:p>
            <a:pPr marL="0" indent="0">
              <a:buNone/>
            </a:pPr>
            <a:r>
              <a:rPr dirty="0"/>
              <a:t>• Real‑time server performance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Identify servers with high CPU usage</a:t>
            </a:r>
          </a:p>
          <a:p>
            <a:pPr marL="0" indent="0">
              <a:buNone/>
            </a:pPr>
            <a:r>
              <a:rPr dirty="0"/>
              <a:t>• Detect abnormal memory spikes</a:t>
            </a:r>
          </a:p>
          <a:p>
            <a:pPr marL="0" indent="0">
              <a:buNone/>
            </a:pPr>
            <a:r>
              <a:rPr dirty="0"/>
              <a:t>• Monitor disk utilization trends</a:t>
            </a:r>
          </a:p>
          <a:p>
            <a:pPr marL="0" indent="0">
              <a:buNone/>
            </a:pPr>
            <a:r>
              <a:rPr dirty="0"/>
              <a:t>• Detect critical server alerts quickly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 Step 4 — Azure SQL Database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Database Connection Setup</a:t>
            </a:r>
            <a:br>
              <a:rPr lang="en-US" dirty="0"/>
            </a:br>
            <a:r>
              <a:rPr lang="en-US" dirty="0"/>
              <a:t>Configuring the connection between the Python pipeline and Azure SQL required proper </a:t>
            </a:r>
            <a:r>
              <a:rPr lang="en-US" b="1" dirty="0"/>
              <a:t>connection strings and authentication settings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Firewall and Network Access</a:t>
            </a:r>
            <a:br>
              <a:rPr lang="en-US" dirty="0"/>
            </a:br>
            <a:r>
              <a:rPr lang="en-US" dirty="0"/>
              <a:t>Azure SQL initially blocked connections, so firewall rules had to be configured to allow external access.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 Data Type Mapping</a:t>
            </a:r>
            <a:br>
              <a:rPr lang="en-US" dirty="0"/>
            </a:br>
            <a:r>
              <a:rPr lang="en-US" dirty="0"/>
              <a:t>Some dataset columns (like timestamp and numeric metrics) required correct </a:t>
            </a:r>
            <a:r>
              <a:rPr lang="en-US" b="1" dirty="0"/>
              <a:t>SQL data type conversion</a:t>
            </a:r>
            <a:r>
              <a:rPr lang="en-US" dirty="0"/>
              <a:t> during table creation.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4. Data Upload Errors</a:t>
            </a:r>
            <a:br>
              <a:rPr lang="en-US" dirty="0"/>
            </a:br>
            <a:r>
              <a:rPr lang="en-US" dirty="0"/>
              <a:t>While inserting data into the SQL table, issues occurred due to </a:t>
            </a:r>
            <a:r>
              <a:rPr lang="en-US" b="1" dirty="0"/>
              <a:t>null values and incorrect column formats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D84C-2EB5-911D-311B-8132FB50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90" y="911942"/>
            <a:ext cx="8229600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 Step 5 — Power BI Dashboard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5. Connecting Power BI to Azure SQL</a:t>
            </a:r>
            <a:br>
              <a:rPr lang="en-US" dirty="0"/>
            </a:br>
            <a:r>
              <a:rPr lang="en-US" dirty="0"/>
              <a:t>Setting up a stable connection between Power BI and Azure SQL required correct </a:t>
            </a:r>
            <a:r>
              <a:rPr lang="en-US" b="1" dirty="0"/>
              <a:t>server name, database name, and credentials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6. Handling DAX Errors</a:t>
            </a:r>
            <a:br>
              <a:rPr lang="en-US" dirty="0"/>
            </a:br>
            <a:r>
              <a:rPr lang="en-US" dirty="0" err="1"/>
              <a:t>Errors</a:t>
            </a:r>
            <a:r>
              <a:rPr lang="en-US" dirty="0"/>
              <a:t> like:</a:t>
            </a:r>
          </a:p>
          <a:p>
            <a:pPr marL="0" indent="0">
              <a:buNone/>
            </a:pPr>
            <a:r>
              <a:rPr lang="en-US" dirty="0"/>
              <a:t>A single value for column cannot be determined</a:t>
            </a:r>
          </a:p>
          <a:p>
            <a:pPr marL="0" indent="0">
              <a:buNone/>
            </a:pPr>
            <a:r>
              <a:rPr lang="en-US" dirty="0"/>
              <a:t>occurred when measures referenced columns without proper </a:t>
            </a:r>
            <a:r>
              <a:rPr lang="en-US" b="1" dirty="0"/>
              <a:t>aggregation functions (SUM, AVERAGE)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7. Designing Meaningful Visualizations</a:t>
            </a:r>
            <a:br>
              <a:rPr lang="en-US" dirty="0"/>
            </a:br>
            <a:r>
              <a:rPr lang="en-US" dirty="0"/>
              <a:t>Choosing the correct charts to represent </a:t>
            </a:r>
            <a:r>
              <a:rPr lang="en-US" b="1" dirty="0"/>
              <a:t>CPU, memory, disk, and network metrics</a:t>
            </a:r>
            <a:r>
              <a:rPr lang="en-US" dirty="0"/>
              <a:t> required multiple iterations.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8. Creating Server Health Metrics</a:t>
            </a:r>
            <a:br>
              <a:rPr lang="en-US" dirty="0"/>
            </a:br>
            <a:r>
              <a:rPr lang="en-US" dirty="0"/>
              <a:t>Implementing calculated measures to categorize servers as </a:t>
            </a:r>
            <a:r>
              <a:rPr lang="en-US" b="1" dirty="0"/>
              <a:t>Normal, Warning, or Critical</a:t>
            </a:r>
            <a:r>
              <a:rPr lang="en-US" dirty="0"/>
              <a:t> required writing custom </a:t>
            </a:r>
            <a:r>
              <a:rPr lang="en-US" b="1" dirty="0"/>
              <a:t>DAX formulas</a:t>
            </a:r>
            <a:r>
              <a:rPr lang="en-US" dirty="0"/>
              <a:t>.</a:t>
            </a:r>
            <a:r>
              <a:rPr lang="en-US" b="1" dirty="0"/>
              <a:t>9. Dashboard Layout Optimization</a:t>
            </a:r>
            <a:br>
              <a:rPr lang="en-US" dirty="0"/>
            </a:br>
            <a:r>
              <a:rPr lang="en-US" dirty="0"/>
              <a:t>Organizing visuals across three pages (System Overview, Performance Monitoring, Alerts) to maintain clarity </a:t>
            </a:r>
            <a:r>
              <a:rPr lang="en-US" dirty="0" err="1"/>
              <a:t>andusability</a:t>
            </a:r>
            <a:r>
              <a:rPr lang="en-US" dirty="0"/>
              <a:t> was challenging.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051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Assumptions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Server metrics collected at regular intervals</a:t>
            </a:r>
          </a:p>
          <a:p>
            <a:pPr marL="0" indent="0">
              <a:buNone/>
            </a:pPr>
            <a:r>
              <a:rPr dirty="0"/>
              <a:t>• Thresholds used for critical alerts (CPU &gt; 90%)</a:t>
            </a:r>
          </a:p>
          <a:p>
            <a:pPr marL="0" indent="0">
              <a:buNone/>
            </a:pPr>
            <a:r>
              <a:rPr dirty="0"/>
              <a:t>• Dashboard designed for system administrators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Deployment Link: (</a:t>
            </a:r>
            <a:r>
              <a:rPr lang="en-US" dirty="0">
                <a:hlinkClick r:id="rId2"/>
              </a:rPr>
              <a:t>https://mrcetacin-my.sharepoint.com/:u:/g/personal/22n31a6747_mrcet_ac_in/IQBsnA02ZSUUTJAchTq0onzgASn2TGHjR6QhCAmCJsVz7O8?e=Je0M1N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  <a:p>
            <a:r>
              <a:rPr dirty="0"/>
              <a:t>GitHub Repository: </a:t>
            </a:r>
            <a:endParaRPr lang="en-US" dirty="0"/>
          </a:p>
          <a:p>
            <a:pPr marL="0" indent="0">
              <a:buNone/>
            </a:pPr>
            <a:r>
              <a:rPr dirty="0"/>
              <a:t>(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https://github.com/Praveengadwala06/neo 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513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Cloud Server Monitoring &amp; Analytics Dashboard</vt:lpstr>
      <vt:lpstr>Problem Statement</vt:lpstr>
      <vt:lpstr>Project Objective</vt:lpstr>
      <vt:lpstr>Technology Stack</vt:lpstr>
      <vt:lpstr>System Architecture</vt:lpstr>
      <vt:lpstr>Dashboard Features</vt:lpstr>
      <vt:lpstr>Key Insights</vt:lpstr>
      <vt:lpstr>Challenges Faced</vt:lpstr>
      <vt:lpstr>PowerPoint Presentation</vt:lpstr>
      <vt:lpstr>Assumptions &amp; Considerations</vt:lpstr>
      <vt:lpstr>Project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praveen gadwala</dc:creator>
  <cp:keywords/>
  <dc:description>generated using python-pptx</dc:description>
  <cp:lastModifiedBy>praveen gadwala</cp:lastModifiedBy>
  <cp:revision>4</cp:revision>
  <dcterms:created xsi:type="dcterms:W3CDTF">2013-01-27T09:14:16Z</dcterms:created>
  <dcterms:modified xsi:type="dcterms:W3CDTF">2026-03-14T02:35:24Z</dcterms:modified>
  <cp:category/>
</cp:coreProperties>
</file>